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4B203-0CE9-3C74-C398-BB5F6D5B0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CB1F76-9D03-1FF0-5CA2-FBBFF56E0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B77F6-FE6F-263A-5764-B6644D00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4ABB0B-EC0A-33B3-8AA8-E4DE6DD0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5EF5BE-286E-0113-8FF3-EC774886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46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3C668-673C-C891-B4C8-8F9B2174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54EB1-F4E5-D69F-5B35-EB777D8F2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8DCB4D-9584-D63B-5DFC-1A6A5A28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AC09EB-744D-019B-72CB-DE9CA65A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0044F-BEE9-9D53-DB3D-8C0AE59B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75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22EE8F-3498-19BD-2E20-49E0DCD22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8F35E3-4EF5-733C-2A3C-78D936F5D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671DA-73E7-E28B-EC66-41FA5627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E4FD52-F979-87CF-574B-CFA67DB0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AC92F4-1B24-5097-0031-8239C637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38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B9D68-6250-2A5E-DE44-EF7B96E4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F72A86-68F8-E46E-1176-7E762AE86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168B06-0465-4F7D-A7FC-7B64F1033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68048-1967-8234-F122-D470E4E6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E7857E-0731-240D-3B83-F3FEDF6F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EC42DC-5E20-A1D3-F90B-6485A0E6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37BA2-24E9-EFC3-2E26-B6AFEA52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3B1211-AF70-BC4B-E688-8F64F2F18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50E1D-7E15-99C7-7C90-5F0752944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E1855B-5FCB-E863-62BE-4778B23C5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855D63-34D7-12A0-FB8E-8285156DC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61933E-9811-ECBE-2710-7053EC22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410AAD-09B5-F82D-C7DA-CFA12EF1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040CA1-388B-05B9-1826-28054237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16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9D45C-CF9B-75A9-6E5B-AFE62D3C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6DCFB5-FFC6-4B81-A25C-728B0C43D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A254CC-40EF-5442-032A-85C99EAD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60249C-6E25-84C5-77AB-5C93A7D3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38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C4FF94-3114-0AB9-2946-A2A91A9C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BFFC1F-41AB-425B-7C98-BCD5432C5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26485-E335-FE58-8806-E4B01739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35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19B112-F6A8-07E9-C9BB-636FAA01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AB915A-BBF1-DA7C-BF00-4E2DFEC17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D35300-5B21-EF7C-F33F-DBCB67C61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77EA52-43D9-C14D-4744-577447A5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37F772-0DC3-5F48-94ED-B8C8996D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85EB9A-3F21-FFF6-08FF-661DB9CC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109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6FA1E-1CC2-C191-9A9D-B9D40353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48D42B-08A8-F9F5-29B7-563A254EAD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486A9E-5EFC-356B-41CD-EC8947C0B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46318B-DA6B-0D11-BC75-075DA03A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A6D659-F4F1-9D67-43D9-D18C6787A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0FD1F4-28A7-5753-27D2-B27169AF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62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C5E09-913D-A7DB-1C33-7B737109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FB8FB8-AFF6-4D73-4FF7-A15EC42C3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E5DD8D-0E31-B661-932C-5F4C4EB8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BFFC03-D0A8-B798-1C41-F997E13B2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9E6CB1-BD36-178C-D94C-CEC045DA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57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87C249-86C5-2CA2-CFBC-B69A9194B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879402-84E2-DD9F-EBAB-D0FA81DB8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5F13E-F769-55C3-5B60-9CC9B9DB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6716D-0AFD-A815-A272-FBB196CC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9F9D5B-F649-1987-5BF0-29C3ED0F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71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AA7FB5-72DF-5E4F-3EC8-21162EC6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BAB1C4-FF92-55DE-875B-B902620EC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6A18C9-DE78-CB36-FF45-9BEA1B516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E5C5B-B89B-4479-89BA-6490CD022B6B}" type="datetimeFigureOut">
              <a:rPr lang="ko-KR" altLang="en-US" smtClean="0"/>
              <a:t>10-07(Wed)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EC786B-81C7-99A9-78CC-691219EF4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C1C0F-C458-2855-4558-AD67E7AA1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797CE-B6D0-4B6C-B504-F07148EB23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43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0EC5AD5E-0B5F-664F-6BEE-A4AE7F9EEB9A}"/>
              </a:ext>
            </a:extLst>
          </p:cNvPr>
          <p:cNvSpPr/>
          <p:nvPr/>
        </p:nvSpPr>
        <p:spPr>
          <a:xfrm>
            <a:off x="2324100" y="1771650"/>
            <a:ext cx="457200" cy="457200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248FBFB8-53D9-84E3-C1EB-2712B64FE6DD}"/>
              </a:ext>
            </a:extLst>
          </p:cNvPr>
          <p:cNvSpPr/>
          <p:nvPr/>
        </p:nvSpPr>
        <p:spPr>
          <a:xfrm>
            <a:off x="3486150" y="1771648"/>
            <a:ext cx="581025" cy="45720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0CFBE0-626D-2157-5A2B-3953050F8068}"/>
              </a:ext>
            </a:extLst>
          </p:cNvPr>
          <p:cNvSpPr/>
          <p:nvPr/>
        </p:nvSpPr>
        <p:spPr>
          <a:xfrm>
            <a:off x="4505324" y="1847850"/>
            <a:ext cx="581025" cy="2762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80A9EC54-80EA-7AD8-5827-BA2DD633F1CE}"/>
              </a:ext>
            </a:extLst>
          </p:cNvPr>
          <p:cNvSpPr/>
          <p:nvPr/>
        </p:nvSpPr>
        <p:spPr>
          <a:xfrm>
            <a:off x="5467348" y="1704973"/>
            <a:ext cx="523875" cy="52387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데이터 7">
            <a:extLst>
              <a:ext uri="{FF2B5EF4-FFF2-40B4-BE49-F238E27FC236}">
                <a16:creationId xmlns:a16="http://schemas.microsoft.com/office/drawing/2014/main" id="{3C55B6F5-12AC-4D69-08D5-DB0A289E3C7C}"/>
              </a:ext>
            </a:extLst>
          </p:cNvPr>
          <p:cNvSpPr/>
          <p:nvPr/>
        </p:nvSpPr>
        <p:spPr>
          <a:xfrm>
            <a:off x="6657976" y="1771648"/>
            <a:ext cx="857250" cy="352427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29402D7-3498-844D-CE6D-31F8636F9A1B}"/>
              </a:ext>
            </a:extLst>
          </p:cNvPr>
          <p:cNvCxnSpPr/>
          <p:nvPr/>
        </p:nvCxnSpPr>
        <p:spPr>
          <a:xfrm flipH="1">
            <a:off x="2390775" y="2771775"/>
            <a:ext cx="390525" cy="342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원호 10">
            <a:extLst>
              <a:ext uri="{FF2B5EF4-FFF2-40B4-BE49-F238E27FC236}">
                <a16:creationId xmlns:a16="http://schemas.microsoft.com/office/drawing/2014/main" id="{7A17EEB8-517C-4AC9-CCA5-120573F57D6E}"/>
              </a:ext>
            </a:extLst>
          </p:cNvPr>
          <p:cNvSpPr/>
          <p:nvPr/>
        </p:nvSpPr>
        <p:spPr>
          <a:xfrm>
            <a:off x="3267075" y="2762250"/>
            <a:ext cx="657225" cy="70485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CE6D1594-2B89-5B1C-6954-3EFF28D5DA43}"/>
              </a:ext>
            </a:extLst>
          </p:cNvPr>
          <p:cNvCxnSpPr>
            <a:cxnSpLocks/>
          </p:cNvCxnSpPr>
          <p:nvPr/>
        </p:nvCxnSpPr>
        <p:spPr>
          <a:xfrm flipV="1">
            <a:off x="4505324" y="2771775"/>
            <a:ext cx="523875" cy="4048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5A81994-3B5E-1110-4F66-5353DEAAA3EE}"/>
              </a:ext>
            </a:extLst>
          </p:cNvPr>
          <p:cNvGrpSpPr/>
          <p:nvPr/>
        </p:nvGrpSpPr>
        <p:grpSpPr>
          <a:xfrm>
            <a:off x="8210552" y="1947861"/>
            <a:ext cx="1105054" cy="1247949"/>
            <a:chOff x="8210552" y="1947861"/>
            <a:chExt cx="1105054" cy="1247949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4C359B1D-FCFE-A9EC-31CF-8CD46CDFF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0552" y="1947861"/>
              <a:ext cx="1105054" cy="1247949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4FA71D0-92D7-8B4C-272B-5E06D1B65815}"/>
                </a:ext>
              </a:extLst>
            </p:cNvPr>
            <p:cNvCxnSpPr>
              <a:cxnSpLocks/>
            </p:cNvCxnSpPr>
            <p:nvPr/>
          </p:nvCxnSpPr>
          <p:spPr>
            <a:xfrm>
              <a:off x="8972550" y="2762250"/>
              <a:ext cx="7143" cy="3238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D42309F-1D00-F9C1-9A8F-C66900C9DF0C}"/>
                </a:ext>
              </a:extLst>
            </p:cNvPr>
            <p:cNvCxnSpPr/>
            <p:nvPr/>
          </p:nvCxnSpPr>
          <p:spPr>
            <a:xfrm>
              <a:off x="8853487" y="2905125"/>
              <a:ext cx="2524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부분 원형 27">
            <a:extLst>
              <a:ext uri="{FF2B5EF4-FFF2-40B4-BE49-F238E27FC236}">
                <a16:creationId xmlns:a16="http://schemas.microsoft.com/office/drawing/2014/main" id="{B7B0F817-026B-B551-1776-F8FE084C74B6}"/>
              </a:ext>
            </a:extLst>
          </p:cNvPr>
          <p:cNvSpPr/>
          <p:nvPr/>
        </p:nvSpPr>
        <p:spPr>
          <a:xfrm>
            <a:off x="3819525" y="4552950"/>
            <a:ext cx="1209674" cy="1123950"/>
          </a:xfrm>
          <a:prstGeom prst="pie">
            <a:avLst>
              <a:gd name="adj1" fmla="val 5387754"/>
              <a:gd name="adj2" fmla="val 1613397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부분 원형 28">
            <a:extLst>
              <a:ext uri="{FF2B5EF4-FFF2-40B4-BE49-F238E27FC236}">
                <a16:creationId xmlns:a16="http://schemas.microsoft.com/office/drawing/2014/main" id="{9C3EAA2F-10F8-BB80-5146-7B7E7B79EFBB}"/>
              </a:ext>
            </a:extLst>
          </p:cNvPr>
          <p:cNvSpPr/>
          <p:nvPr/>
        </p:nvSpPr>
        <p:spPr>
          <a:xfrm>
            <a:off x="6534150" y="4095750"/>
            <a:ext cx="857250" cy="752475"/>
          </a:xfrm>
          <a:prstGeom prst="pie">
            <a:avLst>
              <a:gd name="adj1" fmla="val 5400000"/>
              <a:gd name="adj2" fmla="val 1620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부분 원형 29">
            <a:extLst>
              <a:ext uri="{FF2B5EF4-FFF2-40B4-BE49-F238E27FC236}">
                <a16:creationId xmlns:a16="http://schemas.microsoft.com/office/drawing/2014/main" id="{6631D318-459B-4F98-D272-02DB4C279D41}"/>
              </a:ext>
            </a:extLst>
          </p:cNvPr>
          <p:cNvSpPr/>
          <p:nvPr/>
        </p:nvSpPr>
        <p:spPr>
          <a:xfrm rot="5400000">
            <a:off x="8210552" y="4029075"/>
            <a:ext cx="962023" cy="819150"/>
          </a:xfrm>
          <a:prstGeom prst="pie">
            <a:avLst>
              <a:gd name="adj1" fmla="val 10719127"/>
              <a:gd name="adj2" fmla="val 1620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103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9AE9183-BDC4-79B7-572C-3D8F0B4AEA8A}"/>
              </a:ext>
            </a:extLst>
          </p:cNvPr>
          <p:cNvGrpSpPr/>
          <p:nvPr/>
        </p:nvGrpSpPr>
        <p:grpSpPr>
          <a:xfrm>
            <a:off x="1557337" y="990599"/>
            <a:ext cx="9077325" cy="5162553"/>
            <a:chOff x="2028825" y="1019174"/>
            <a:chExt cx="9077325" cy="516255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2ACFC96-8122-14D5-5F6F-E8A2CC4633F0}"/>
                </a:ext>
              </a:extLst>
            </p:cNvPr>
            <p:cNvSpPr/>
            <p:nvPr/>
          </p:nvSpPr>
          <p:spPr>
            <a:xfrm>
              <a:off x="2028825" y="1019175"/>
              <a:ext cx="2628900" cy="51625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객체</a:t>
              </a:r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속성</a:t>
              </a:r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영역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PROPERTIES / OBJECTS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4AFCF40-42E4-2D14-5A21-E463DB0EB818}"/>
                </a:ext>
              </a:extLst>
            </p:cNvPr>
            <p:cNvSpPr/>
            <p:nvPr/>
          </p:nvSpPr>
          <p:spPr>
            <a:xfrm>
              <a:off x="4657725" y="1019174"/>
              <a:ext cx="4048124" cy="3124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평면 설계 영역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Flat Designer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673DCD0-E8FE-D36B-EBD8-270DD276AFA1}"/>
                </a:ext>
              </a:extLst>
            </p:cNvPr>
            <p:cNvSpPr/>
            <p:nvPr/>
          </p:nvSpPr>
          <p:spPr>
            <a:xfrm>
              <a:off x="8705849" y="1019175"/>
              <a:ext cx="2400301" cy="2581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 </a:t>
              </a:r>
              <a:r>
                <a:rPr lang="ko-KR" altLang="en-US" dirty="0">
                  <a:solidFill>
                    <a:schemeClr val="tx1"/>
                  </a:solidFill>
                </a:rPr>
                <a:t>단면 설계 영역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 Section Designer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BAA7BBE-8B00-73C0-B54B-56BED176E941}"/>
                </a:ext>
              </a:extLst>
            </p:cNvPr>
            <p:cNvSpPr/>
            <p:nvPr/>
          </p:nvSpPr>
          <p:spPr>
            <a:xfrm>
              <a:off x="8705849" y="3600451"/>
              <a:ext cx="2400301" cy="2581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3</a:t>
              </a:r>
              <a:r>
                <a:rPr lang="ko-KR" altLang="en-US">
                  <a:solidFill>
                    <a:schemeClr val="tx1"/>
                  </a:solidFill>
                </a:rPr>
                <a:t>차원 미리보기 영역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97B39A5-AB81-8AD0-0CC2-F3C1404A3FAE}"/>
                </a:ext>
              </a:extLst>
            </p:cNvPr>
            <p:cNvSpPr/>
            <p:nvPr/>
          </p:nvSpPr>
          <p:spPr>
            <a:xfrm>
              <a:off x="4657725" y="4143375"/>
              <a:ext cx="4048124" cy="20383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W </a:t>
              </a:r>
              <a:r>
                <a:rPr lang="ko-KR" altLang="en-US">
                  <a:solidFill>
                    <a:schemeClr val="tx1"/>
                  </a:solidFill>
                </a:rPr>
                <a:t>단면 설계 영역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00FDCE6-6FF1-82D8-1E20-8B5F55EFFCB3}"/>
              </a:ext>
            </a:extLst>
          </p:cNvPr>
          <p:cNvSpPr txBox="1"/>
          <p:nvPr/>
        </p:nvSpPr>
        <p:spPr>
          <a:xfrm>
            <a:off x="5281514" y="354566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r>
              <a:rPr lang="ko-KR" altLang="en-US" dirty="0"/>
              <a:t>개 작업 영역</a:t>
            </a:r>
          </a:p>
        </p:txBody>
      </p:sp>
    </p:spTree>
    <p:extLst>
      <p:ext uri="{BB962C8B-B14F-4D97-AF65-F5344CB8AC3E}">
        <p14:creationId xmlns:p14="http://schemas.microsoft.com/office/powerpoint/2010/main" val="73761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B59FFAE-60BB-F5E8-F252-B5ED74B1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1071233"/>
            <a:ext cx="8278380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3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4BE4700-A4F9-1D77-3DF7-21D7DD269E9A}"/>
              </a:ext>
            </a:extLst>
          </p:cNvPr>
          <p:cNvSpPr/>
          <p:nvPr/>
        </p:nvSpPr>
        <p:spPr>
          <a:xfrm>
            <a:off x="1981200" y="1133475"/>
            <a:ext cx="2476500" cy="13335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A2F6BA2A-8E4C-FE1E-A624-0D69A0B22F4C}"/>
              </a:ext>
            </a:extLst>
          </p:cNvPr>
          <p:cNvSpPr/>
          <p:nvPr/>
        </p:nvSpPr>
        <p:spPr>
          <a:xfrm>
            <a:off x="6515100" y="2085975"/>
            <a:ext cx="457200" cy="457200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98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42B800-B229-067A-6658-F88FB3123BF7}"/>
              </a:ext>
            </a:extLst>
          </p:cNvPr>
          <p:cNvSpPr txBox="1"/>
          <p:nvPr/>
        </p:nvSpPr>
        <p:spPr>
          <a:xfrm>
            <a:off x="3514725" y="1409700"/>
            <a:ext cx="96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양회장</a:t>
            </a:r>
            <a:endParaRPr lang="ko-KR" altLang="en-US" dirty="0"/>
          </a:p>
        </p:txBody>
      </p:sp>
      <p:pic>
        <p:nvPicPr>
          <p:cNvPr id="7" name="그래픽 6" descr="사과 윤곽선">
            <a:extLst>
              <a:ext uri="{FF2B5EF4-FFF2-40B4-BE49-F238E27FC236}">
                <a16:creationId xmlns:a16="http://schemas.microsoft.com/office/drawing/2014/main" id="{0A076B48-AD52-9278-401C-A244E73E6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638" y="889516"/>
            <a:ext cx="3238500" cy="3238500"/>
          </a:xfrm>
          <a:prstGeom prst="rect">
            <a:avLst/>
          </a:prstGeom>
        </p:spPr>
      </p:pic>
      <p:sp>
        <p:nvSpPr>
          <p:cNvPr id="9" name="설명선: 오른쪽 화살표 8">
            <a:extLst>
              <a:ext uri="{FF2B5EF4-FFF2-40B4-BE49-F238E27FC236}">
                <a16:creationId xmlns:a16="http://schemas.microsoft.com/office/drawing/2014/main" id="{E35A5D6D-B1DE-FB5D-11E2-449BF66080B9}"/>
              </a:ext>
            </a:extLst>
          </p:cNvPr>
          <p:cNvSpPr/>
          <p:nvPr/>
        </p:nvSpPr>
        <p:spPr>
          <a:xfrm>
            <a:off x="7972425" y="1594366"/>
            <a:ext cx="914400" cy="914400"/>
          </a:xfrm>
          <a:prstGeom prst="rightArrow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C86F83-AE78-38A4-525E-81269764F847}"/>
              </a:ext>
            </a:extLst>
          </p:cNvPr>
          <p:cNvSpPr txBox="1"/>
          <p:nvPr/>
        </p:nvSpPr>
        <p:spPr>
          <a:xfrm>
            <a:off x="4476750" y="3048000"/>
            <a:ext cx="2914650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가나다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FF0C22-6EC2-D2CD-F3BC-EA7437857623}"/>
              </a:ext>
            </a:extLst>
          </p:cNvPr>
          <p:cNvSpPr/>
          <p:nvPr/>
        </p:nvSpPr>
        <p:spPr>
          <a:xfrm>
            <a:off x="4389745" y="4473654"/>
            <a:ext cx="36792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양영권회장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6CC8A8-850F-8149-E8F6-94EA669F2EBC}"/>
              </a:ext>
            </a:extLst>
          </p:cNvPr>
          <p:cNvSpPr/>
          <p:nvPr/>
        </p:nvSpPr>
        <p:spPr>
          <a:xfrm>
            <a:off x="4421805" y="5396984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양영권회장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187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2265</TotalTime>
  <Words>34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 보현</dc:creator>
  <cp:lastModifiedBy>황 보현</cp:lastModifiedBy>
  <cp:revision>3</cp:revision>
  <dcterms:created xsi:type="dcterms:W3CDTF">2026-10-04T13:13:22Z</dcterms:created>
  <dcterms:modified xsi:type="dcterms:W3CDTF">2026-10-07T11:14:54Z</dcterms:modified>
</cp:coreProperties>
</file>